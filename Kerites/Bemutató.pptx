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6" r:id="rId3"/>
    <p:sldId id="258" r:id="rId4"/>
    <p:sldId id="259" r:id="rId5"/>
    <p:sldId id="261" r:id="rId6"/>
    <p:sldId id="262" r:id="rId7"/>
    <p:sldId id="263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2B2AF7-EDE5-A523-9B1C-E550D62E0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1283BEA-0FD4-1FB0-1452-3DE0E417E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1467D43-2C3C-14C1-181F-3519F806F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DD18-B0DF-466D-BEEA-45E4693834A0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64A8A4F-45A9-0D0D-75D1-B7DD113F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67BA5B1-3083-C8F2-0865-511784B83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2C8D-556D-4884-AAA4-522798AC8C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479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8819EB-2A9C-75E3-1210-94DB317C7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BAA39D-3534-ABC6-14F7-4B01248BD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6A5D7DE-4771-97ED-374C-020255786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DD18-B0DF-466D-BEEA-45E4693834A0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C3CA777-046D-ECAB-E1DF-E80491C2F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645D7A2-5603-EBB7-1B84-ABBC1802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2C8D-556D-4884-AAA4-522798AC8C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293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80BDCC-B265-905D-49E7-128C9FF67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4E9B997-9662-D241-80B1-69662DDB0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EDF2927-73B6-2AC5-8CED-E7EB9AAA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DD18-B0DF-466D-BEEA-45E4693834A0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E025944-06C3-6892-86CE-B22F987A7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F370472-56FA-6149-FFE0-A5B61517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2C8D-556D-4884-AAA4-522798AC8C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837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6960D3-6A99-CE64-4C5D-AB67C70F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687D837-9433-380A-88FF-06D53DCEE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44907A6-0517-1BF1-50AA-95E973F9B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F904A8E-29F7-FF4C-0CBC-2EB6E8E20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DD18-B0DF-466D-BEEA-45E4693834A0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327403E-37BE-DAC0-D547-4395BA1E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4FB88CF-D4D4-2530-662C-8CFD5E288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2C8D-556D-4884-AAA4-522798AC8C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823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AFF0E6-49E3-1874-EEFD-DF7F853F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7B561E7-8CC8-E13E-3CBC-41FA363A6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3544E28-79F8-CDCC-89D9-F227190F9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E607415-A548-7293-0054-B39D220CD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639D349-E19E-06CD-9C94-934946C8E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E74067E0-3F4E-970E-E70D-0B1B32BF2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DD18-B0DF-466D-BEEA-45E4693834A0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0313D34-023A-7307-A625-5AFDA7CC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0D7F5FE-AB0D-53C1-3A3A-69A19C51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2C8D-556D-4884-AAA4-522798AC8C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1757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3B256B-5BCA-38BD-293C-102A9CC2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C908B44-24DA-E7B1-F4C4-F78FB419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DD18-B0DF-466D-BEEA-45E4693834A0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0E0454A-8F63-A875-0230-14704815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69BF204-7DB5-D646-D987-21507BD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2C8D-556D-4884-AAA4-522798AC8C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656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100182A7-1E0D-A9B7-4753-B16E072A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DD18-B0DF-466D-BEEA-45E4693834A0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DF5D5BB5-634D-83F9-5E30-2BF2A6EB5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3D5B383-C885-4453-EADE-24F8618E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2C8D-556D-4884-AAA4-522798AC8C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685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8BFE02-4582-24E3-CA17-2D0C0929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34A412-6A9E-6D44-B2AB-2441B65EB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00DAAB7-7EE8-CDF7-6600-8BDC694FF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FA0D0CE-5B61-773C-9818-CBD148BD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DD18-B0DF-466D-BEEA-45E4693834A0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65A4042-418D-137A-1D74-E664969EF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1764661-4F41-B84F-E51A-DAFE5D67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2C8D-556D-4884-AAA4-522798AC8C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3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27EFF1-AD47-5606-FCFA-44AFF21B2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A83BA64-9F8B-A610-C87E-8045013B77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8F4E1A4-97B7-D727-56E6-133F1D6B5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F3334F2-D49A-6D4C-D78C-02A8E07D6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DD18-B0DF-466D-BEEA-45E4693834A0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063BE99-D598-096D-2E56-47E004324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63D1D3D-BD44-C9EE-F79E-AA42E5530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2C8D-556D-4884-AAA4-522798AC8C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7121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D9212B-FC6F-BDD5-BBC7-3A60CFD4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1B90BD8-9087-AB7B-C64E-63B4CF831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1F10981-CD37-13AA-6B6D-A37BDB4B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DD18-B0DF-466D-BEEA-45E4693834A0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F114012-0E29-5B7B-956D-6C9177F29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1553588-707F-0D6E-85D9-77E1B3F08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2C8D-556D-4884-AAA4-522798AC8C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7168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A081F46-4614-6B09-2B40-3036DF2250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A29D54C-D9AE-14BD-8D03-514367C1C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B07D9BC-064F-DE5D-BC72-50BEAEB78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DD18-B0DF-466D-BEEA-45E4693834A0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DD4D507-9D81-3049-AAF2-B68ED4A5E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2CAA894-527B-11C9-0934-BC140849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2C8D-556D-4884-AAA4-522798AC8C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5612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66809E82-520B-04BF-2994-BF933974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7A3C9B5-6581-BFB8-9E7E-F3EE66C17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59F3D2C-FDE7-9316-362F-FBD2215B0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DFDD18-B0DF-466D-BEEA-45E4693834A0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3C141A6-039D-7E3A-55BF-A49BBDF29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C19B633-0739-2AB5-FB69-363170B33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82C8D-556D-4884-AAA4-522798AC8C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902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F4A1B631-5A82-DBB6-8248-C9EB329CDFB6}"/>
              </a:ext>
            </a:extLst>
          </p:cNvPr>
          <p:cNvSpPr/>
          <p:nvPr/>
        </p:nvSpPr>
        <p:spPr>
          <a:xfrm>
            <a:off x="-659757" y="-1147864"/>
            <a:ext cx="13568362" cy="85545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AB3BE85C-EAF1-6FFA-6A53-EF7A11045323}"/>
              </a:ext>
            </a:extLst>
          </p:cNvPr>
          <p:cNvSpPr/>
          <p:nvPr/>
        </p:nvSpPr>
        <p:spPr>
          <a:xfrm>
            <a:off x="2136000" y="2529000"/>
            <a:ext cx="7920000" cy="180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6D95306-CC08-7F91-41ED-8E5E55FB4638}"/>
              </a:ext>
            </a:extLst>
          </p:cNvPr>
          <p:cNvSpPr txBox="1"/>
          <p:nvPr/>
        </p:nvSpPr>
        <p:spPr>
          <a:xfrm>
            <a:off x="4025096" y="3090446"/>
            <a:ext cx="499833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800" dirty="0">
                <a:latin typeface="Gill Sans MT" panose="020B0502020104020203" pitchFamily="34" charset="-18"/>
              </a:rPr>
              <a:t>KERÍTÉS PROGRAM </a:t>
            </a:r>
          </a:p>
        </p:txBody>
      </p:sp>
    </p:spTree>
    <p:extLst>
      <p:ext uri="{BB962C8B-B14F-4D97-AF65-F5344CB8AC3E}">
        <p14:creationId xmlns:p14="http://schemas.microsoft.com/office/powerpoint/2010/main" val="2607098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78940565-F1C9-9A66-2F35-355C92BB6437}"/>
              </a:ext>
            </a:extLst>
          </p:cNvPr>
          <p:cNvSpPr/>
          <p:nvPr/>
        </p:nvSpPr>
        <p:spPr>
          <a:xfrm>
            <a:off x="-659757" y="-1147864"/>
            <a:ext cx="13568362" cy="85545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9D4D2445-2633-81C6-E72D-3E1B0B8AC171}"/>
              </a:ext>
            </a:extLst>
          </p:cNvPr>
          <p:cNvSpPr/>
          <p:nvPr/>
        </p:nvSpPr>
        <p:spPr>
          <a:xfrm>
            <a:off x="472440" y="441540"/>
            <a:ext cx="1933080" cy="59749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2EBDD27A-7642-6AF5-0F09-480FFE3B0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185" y="253995"/>
            <a:ext cx="8907015" cy="6512565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D0E76781-C4BE-4EA1-20E9-3AC920E487BE}"/>
              </a:ext>
            </a:extLst>
          </p:cNvPr>
          <p:cNvSpPr txBox="1"/>
          <p:nvPr/>
        </p:nvSpPr>
        <p:spPr>
          <a:xfrm>
            <a:off x="1127325" y="771065"/>
            <a:ext cx="311655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500" dirty="0" err="1">
                <a:latin typeface="Gill Sans MT" panose="020B0502020104020203" pitchFamily="34" charset="-18"/>
              </a:rPr>
              <a:t>Program.cs</a:t>
            </a:r>
            <a:endParaRPr lang="hu-HU" sz="3500" dirty="0">
              <a:latin typeface="Gill Sans MT" panose="020B0502020104020203" pitchFamily="34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12827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402B4-7F9D-E4F8-D3A6-E429A6CE6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BC3743CE-7D20-F1B1-D806-4250CBE425FF}"/>
              </a:ext>
            </a:extLst>
          </p:cNvPr>
          <p:cNvSpPr/>
          <p:nvPr/>
        </p:nvSpPr>
        <p:spPr>
          <a:xfrm>
            <a:off x="-659757" y="-1147864"/>
            <a:ext cx="13568362" cy="85545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3721ED01-767B-7F2F-3A6E-F1798781D71E}"/>
              </a:ext>
            </a:extLst>
          </p:cNvPr>
          <p:cNvSpPr/>
          <p:nvPr/>
        </p:nvSpPr>
        <p:spPr>
          <a:xfrm>
            <a:off x="472440" y="441540"/>
            <a:ext cx="1933080" cy="59749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DCBF8AE1-7C89-318C-C6E7-BFB58D397E4B}"/>
              </a:ext>
            </a:extLst>
          </p:cNvPr>
          <p:cNvSpPr txBox="1"/>
          <p:nvPr/>
        </p:nvSpPr>
        <p:spPr>
          <a:xfrm>
            <a:off x="1127325" y="589761"/>
            <a:ext cx="311655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300" dirty="0">
                <a:latin typeface="Gill Sans MT" panose="020B0502020104020203" pitchFamily="34" charset="-18"/>
              </a:rPr>
              <a:t>Konstruktor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6FB4923D-5411-BD8F-8C75-7D3365478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481" y="1132768"/>
            <a:ext cx="9373919" cy="45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2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37507-567B-4C9D-C8C1-678A1F932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FAA903C5-D945-3610-739B-EFF02941284C}"/>
              </a:ext>
            </a:extLst>
          </p:cNvPr>
          <p:cNvSpPr/>
          <p:nvPr/>
        </p:nvSpPr>
        <p:spPr>
          <a:xfrm>
            <a:off x="-659757" y="-1147864"/>
            <a:ext cx="13568362" cy="85545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CAA9F548-DAC5-6825-A121-3E2BBE3614ED}"/>
              </a:ext>
            </a:extLst>
          </p:cNvPr>
          <p:cNvSpPr/>
          <p:nvPr/>
        </p:nvSpPr>
        <p:spPr>
          <a:xfrm>
            <a:off x="472440" y="441540"/>
            <a:ext cx="1933080" cy="59749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98D022F3-CFC7-2FA5-C481-878AAE094DEC}"/>
              </a:ext>
            </a:extLst>
          </p:cNvPr>
          <p:cNvSpPr txBox="1"/>
          <p:nvPr/>
        </p:nvSpPr>
        <p:spPr>
          <a:xfrm>
            <a:off x="1164764" y="1299923"/>
            <a:ext cx="2742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500" dirty="0">
                <a:latin typeface="Gill Sans MT" panose="020B0502020104020203" pitchFamily="34" charset="-18"/>
              </a:rPr>
              <a:t>1 Feladat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66EE372-1ABD-E8A1-AF58-176EAADF5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956" y="104784"/>
            <a:ext cx="8215604" cy="667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101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46C-83F2-8C6C-CB0E-8EF16DE4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7EE87B88-30F0-2495-C388-B8DC3BF5A047}"/>
              </a:ext>
            </a:extLst>
          </p:cNvPr>
          <p:cNvSpPr/>
          <p:nvPr/>
        </p:nvSpPr>
        <p:spPr>
          <a:xfrm>
            <a:off x="-659757" y="-1147864"/>
            <a:ext cx="13568362" cy="85545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E9DF6609-6159-304F-3A97-A8BAB93CA79C}"/>
              </a:ext>
            </a:extLst>
          </p:cNvPr>
          <p:cNvSpPr/>
          <p:nvPr/>
        </p:nvSpPr>
        <p:spPr>
          <a:xfrm>
            <a:off x="472440" y="441540"/>
            <a:ext cx="1933080" cy="59749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DC5D9050-75C1-4EED-5846-5819553413EC}"/>
              </a:ext>
            </a:extLst>
          </p:cNvPr>
          <p:cNvSpPr txBox="1"/>
          <p:nvPr/>
        </p:nvSpPr>
        <p:spPr>
          <a:xfrm>
            <a:off x="1164764" y="1299923"/>
            <a:ext cx="2742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500" dirty="0">
                <a:latin typeface="Gill Sans MT" panose="020B0502020104020203" pitchFamily="34" charset="-18"/>
              </a:rPr>
              <a:t>3 Feladat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1FD70C6-8111-9780-F781-0495BCCE0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324" y="620516"/>
            <a:ext cx="8972236" cy="561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39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87D3A-9883-C1F9-4598-1CB103CC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D20C6C77-B716-67EC-BCCA-B15861D6FD46}"/>
              </a:ext>
            </a:extLst>
          </p:cNvPr>
          <p:cNvSpPr/>
          <p:nvPr/>
        </p:nvSpPr>
        <p:spPr>
          <a:xfrm>
            <a:off x="-659757" y="-1147864"/>
            <a:ext cx="13568362" cy="85545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F3421C70-76CA-52DD-13FA-77D6C8C70510}"/>
              </a:ext>
            </a:extLst>
          </p:cNvPr>
          <p:cNvSpPr/>
          <p:nvPr/>
        </p:nvSpPr>
        <p:spPr>
          <a:xfrm>
            <a:off x="472440" y="441540"/>
            <a:ext cx="1933080" cy="59749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F72844E3-05BC-36DD-04C3-348F8F37E942}"/>
              </a:ext>
            </a:extLst>
          </p:cNvPr>
          <p:cNvSpPr txBox="1"/>
          <p:nvPr/>
        </p:nvSpPr>
        <p:spPr>
          <a:xfrm>
            <a:off x="1164764" y="1299923"/>
            <a:ext cx="2742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500" dirty="0">
                <a:latin typeface="Gill Sans MT" panose="020B0502020104020203" pitchFamily="34" charset="-18"/>
              </a:rPr>
              <a:t>4 Feladat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57EAC26-79EA-0E3F-0E95-88BD8FD35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54" y="1712782"/>
            <a:ext cx="9441126" cy="343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86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D777B-6598-54C0-5F5C-8B0657A96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93FEFB88-F97F-2F97-7D95-E336A3283D7A}"/>
              </a:ext>
            </a:extLst>
          </p:cNvPr>
          <p:cNvSpPr/>
          <p:nvPr/>
        </p:nvSpPr>
        <p:spPr>
          <a:xfrm>
            <a:off x="-659757" y="-1147864"/>
            <a:ext cx="13568362" cy="85545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5B745BF7-5B85-AD4C-C248-3E2811C6D25A}"/>
              </a:ext>
            </a:extLst>
          </p:cNvPr>
          <p:cNvSpPr/>
          <p:nvPr/>
        </p:nvSpPr>
        <p:spPr>
          <a:xfrm>
            <a:off x="472440" y="441540"/>
            <a:ext cx="1933080" cy="59749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EE4A735E-7CEC-CDE5-3DA8-9179B0CF8AD6}"/>
              </a:ext>
            </a:extLst>
          </p:cNvPr>
          <p:cNvSpPr txBox="1"/>
          <p:nvPr/>
        </p:nvSpPr>
        <p:spPr>
          <a:xfrm>
            <a:off x="1164764" y="1299923"/>
            <a:ext cx="2742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500" dirty="0">
                <a:latin typeface="Gill Sans MT" panose="020B0502020104020203" pitchFamily="34" charset="-18"/>
              </a:rPr>
              <a:t>5 Feladat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7FFC795-6662-5030-E994-7916A6967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145" y="2067597"/>
            <a:ext cx="8952415" cy="272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890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12ED9-86A1-1F3B-2C3E-9BF8D006C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1941D4E5-14AA-EFA1-8798-4FCF3C83873B}"/>
              </a:ext>
            </a:extLst>
          </p:cNvPr>
          <p:cNvSpPr/>
          <p:nvPr/>
        </p:nvSpPr>
        <p:spPr>
          <a:xfrm>
            <a:off x="-659757" y="-1147864"/>
            <a:ext cx="13568362" cy="85545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F007D869-2064-1D00-0BEA-A01464C84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32" y="174986"/>
            <a:ext cx="11050027" cy="1669299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181A96CE-645B-D6C9-29BD-99286F26C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32" y="2118360"/>
            <a:ext cx="11050027" cy="1717115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882D03B1-5FF0-AD4F-668E-26280A738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150" y="3952278"/>
            <a:ext cx="5698547" cy="273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49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80CD-7C07-12D6-9ED4-3EE429023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38FB5A28-24B5-AFA8-01DB-CFBDFDB31009}"/>
              </a:ext>
            </a:extLst>
          </p:cNvPr>
          <p:cNvSpPr/>
          <p:nvPr/>
        </p:nvSpPr>
        <p:spPr>
          <a:xfrm>
            <a:off x="-659757" y="-1147864"/>
            <a:ext cx="13568362" cy="85545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980A739A-C396-D2C0-9716-69E5F2DA3575}"/>
              </a:ext>
            </a:extLst>
          </p:cNvPr>
          <p:cNvSpPr/>
          <p:nvPr/>
        </p:nvSpPr>
        <p:spPr>
          <a:xfrm>
            <a:off x="472440" y="441540"/>
            <a:ext cx="1933080" cy="59749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3116648D-6872-2F44-043D-DB8985B45FEA}"/>
              </a:ext>
            </a:extLst>
          </p:cNvPr>
          <p:cNvSpPr txBox="1"/>
          <p:nvPr/>
        </p:nvSpPr>
        <p:spPr>
          <a:xfrm>
            <a:off x="1164764" y="1299923"/>
            <a:ext cx="2742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500" dirty="0">
                <a:latin typeface="Gill Sans MT" panose="020B0502020104020203" pitchFamily="34" charset="-18"/>
              </a:rPr>
              <a:t>6 Feladat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376196C5-7128-C2E3-E449-B346A6053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356" y="634161"/>
            <a:ext cx="6576684" cy="558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24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430D7-7E4A-029E-D4AC-0D44C50D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46742391-D90D-A91A-EC66-D46C3062CCDE}"/>
              </a:ext>
            </a:extLst>
          </p:cNvPr>
          <p:cNvSpPr/>
          <p:nvPr/>
        </p:nvSpPr>
        <p:spPr>
          <a:xfrm>
            <a:off x="-659757" y="-1147864"/>
            <a:ext cx="13568362" cy="85545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5258DDC1-BB2A-9614-4F65-C09982783A57}"/>
              </a:ext>
            </a:extLst>
          </p:cNvPr>
          <p:cNvSpPr/>
          <p:nvPr/>
        </p:nvSpPr>
        <p:spPr>
          <a:xfrm>
            <a:off x="2303640" y="410640"/>
            <a:ext cx="7920000" cy="180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5AF0FD7-5874-A939-1D80-87270DF492C2}"/>
              </a:ext>
            </a:extLst>
          </p:cNvPr>
          <p:cNvSpPr txBox="1"/>
          <p:nvPr/>
        </p:nvSpPr>
        <p:spPr>
          <a:xfrm>
            <a:off x="4748128" y="972086"/>
            <a:ext cx="303102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800" dirty="0">
                <a:latin typeface="Gill Sans MT" panose="020B0502020104020203" pitchFamily="34" charset="-18"/>
              </a:rPr>
              <a:t>Javítási opciók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13F01C1-53D2-7249-D8DC-4818EF34F0BA}"/>
              </a:ext>
            </a:extLst>
          </p:cNvPr>
          <p:cNvSpPr txBox="1"/>
          <p:nvPr/>
        </p:nvSpPr>
        <p:spPr>
          <a:xfrm>
            <a:off x="2196960" y="2772086"/>
            <a:ext cx="1036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 dirty="0">
                <a:latin typeface="Gill Sans MT" panose="020B0502020104020203" pitchFamily="34" charset="-18"/>
              </a:rPr>
              <a:t>Hibás logikai feltételek javítása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 dirty="0">
                <a:latin typeface="Gill Sans MT" panose="020B0502020104020203" pitchFamily="34" charset="-18"/>
              </a:rPr>
              <a:t>Metódusok rövidebbé és áttekinthetőbbé tétele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 dirty="0">
                <a:latin typeface="Gill Sans MT" panose="020B0502020104020203" pitchFamily="34" charset="-18"/>
              </a:rPr>
              <a:t>Biztonsági hibák javítása (pl. bemenetek ellenőrzése)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 dirty="0">
                <a:latin typeface="Gill Sans MT" panose="020B0502020104020203" pitchFamily="34" charset="-18"/>
              </a:rPr>
              <a:t>Hatékonyabb ciklusok használata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 dirty="0" err="1">
                <a:latin typeface="Gill Sans MT" panose="020B0502020104020203" pitchFamily="34" charset="-18"/>
              </a:rPr>
              <a:t>xUnit</a:t>
            </a:r>
            <a:r>
              <a:rPr lang="hu-HU" sz="3000" dirty="0">
                <a:latin typeface="Gill Sans MT" panose="020B0502020104020203" pitchFamily="34" charset="-18"/>
              </a:rPr>
              <a:t> tesztek írása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 dirty="0">
                <a:latin typeface="Gill Sans MT" panose="020B0502020104020203" pitchFamily="34" charset="-18"/>
              </a:rPr>
              <a:t>and </a:t>
            </a:r>
            <a:r>
              <a:rPr lang="hu-HU" sz="3000" dirty="0" err="1">
                <a:latin typeface="Gill Sans MT" panose="020B0502020104020203" pitchFamily="34" charset="-18"/>
              </a:rPr>
              <a:t>so</a:t>
            </a:r>
            <a:r>
              <a:rPr lang="hu-HU" sz="3000" dirty="0">
                <a:latin typeface="Gill Sans MT" panose="020B0502020104020203" pitchFamily="34" charset="-18"/>
              </a:rPr>
              <a:t> </a:t>
            </a:r>
            <a:r>
              <a:rPr lang="hu-HU" sz="3000" dirty="0" err="1">
                <a:latin typeface="Gill Sans MT" panose="020B0502020104020203" pitchFamily="34" charset="-18"/>
              </a:rPr>
              <a:t>on</a:t>
            </a:r>
            <a:r>
              <a:rPr lang="hu-HU" sz="3000" dirty="0">
                <a:latin typeface="Gill Sans MT" panose="020B0502020104020203" pitchFamily="34" charset="-18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74353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46</Words>
  <Application>Microsoft Office PowerPoint</Application>
  <PresentationFormat>Szélesvásznú</PresentationFormat>
  <Paragraphs>15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Gill Sans MT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BasicUser</dc:creator>
  <cp:lastModifiedBy>BasicUser</cp:lastModifiedBy>
  <cp:revision>5</cp:revision>
  <dcterms:created xsi:type="dcterms:W3CDTF">2026-01-26T00:39:54Z</dcterms:created>
  <dcterms:modified xsi:type="dcterms:W3CDTF">2026-01-26T01:16:23Z</dcterms:modified>
</cp:coreProperties>
</file>